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68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4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2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1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0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5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0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7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3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8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E5713-2041-4096-8A62-67850D0EAB3E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83E17-0B4D-4892-A506-FA18C6208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5943600" y="750332"/>
            <a:ext cx="304800" cy="2133600"/>
            <a:chOff x="5257800" y="990600"/>
            <a:chExt cx="304800" cy="2133600"/>
          </a:xfrm>
        </p:grpSpPr>
        <p:sp>
          <p:nvSpPr>
            <p:cNvPr id="4" name="Oval 3"/>
            <p:cNvSpPr/>
            <p:nvPr/>
          </p:nvSpPr>
          <p:spPr>
            <a:xfrm>
              <a:off x="5334000" y="106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5334000" y="1371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5334000" y="16764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334000" y="1981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334000" y="2286000"/>
              <a:ext cx="152400" cy="152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334000" y="2895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57800" y="990600"/>
              <a:ext cx="304800" cy="213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400800" y="750332"/>
            <a:ext cx="304800" cy="2133600"/>
            <a:chOff x="5257800" y="990600"/>
            <a:chExt cx="304800" cy="2133600"/>
          </a:xfrm>
        </p:grpSpPr>
        <p:sp>
          <p:nvSpPr>
            <p:cNvPr id="16" name="Oval 15"/>
            <p:cNvSpPr/>
            <p:nvPr/>
          </p:nvSpPr>
          <p:spPr>
            <a:xfrm>
              <a:off x="5334000" y="16764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334000" y="1981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334000" y="2286000"/>
              <a:ext cx="152400" cy="152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334000" y="2895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257800" y="990600"/>
              <a:ext cx="304800" cy="213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486400" y="750332"/>
            <a:ext cx="304800" cy="2133600"/>
            <a:chOff x="5257800" y="990600"/>
            <a:chExt cx="304800" cy="2133600"/>
          </a:xfrm>
        </p:grpSpPr>
        <p:sp>
          <p:nvSpPr>
            <p:cNvPr id="23" name="Oval 22"/>
            <p:cNvSpPr/>
            <p:nvPr/>
          </p:nvSpPr>
          <p:spPr>
            <a:xfrm>
              <a:off x="5334000" y="106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5334000" y="1371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5334000" y="16764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5334000" y="1981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5334000" y="2286000"/>
              <a:ext cx="152400" cy="152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334000" y="2895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257800" y="990600"/>
              <a:ext cx="304800" cy="213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029200" y="750332"/>
            <a:ext cx="304800" cy="2133600"/>
            <a:chOff x="5257800" y="990600"/>
            <a:chExt cx="304800" cy="2133600"/>
          </a:xfrm>
        </p:grpSpPr>
        <p:sp>
          <p:nvSpPr>
            <p:cNvPr id="32" name="Oval 31"/>
            <p:cNvSpPr/>
            <p:nvPr/>
          </p:nvSpPr>
          <p:spPr>
            <a:xfrm>
              <a:off x="5334000" y="106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334000" y="1371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334000" y="16764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334000" y="1981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334000" y="22860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334000" y="2895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257800" y="990600"/>
              <a:ext cx="304800" cy="213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572000" y="750332"/>
            <a:ext cx="304800" cy="2133600"/>
            <a:chOff x="5257800" y="990600"/>
            <a:chExt cx="304800" cy="2133600"/>
          </a:xfrm>
        </p:grpSpPr>
        <p:sp>
          <p:nvSpPr>
            <p:cNvPr id="41" name="Oval 40"/>
            <p:cNvSpPr/>
            <p:nvPr/>
          </p:nvSpPr>
          <p:spPr>
            <a:xfrm>
              <a:off x="5334000" y="106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5334000" y="1371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5334000" y="16764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5334000" y="1981200"/>
              <a:ext cx="152400" cy="152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5334000" y="22860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5334000" y="2895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257800" y="990600"/>
              <a:ext cx="304800" cy="213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114800" y="740393"/>
            <a:ext cx="304800" cy="2133600"/>
            <a:chOff x="5257800" y="990600"/>
            <a:chExt cx="304800" cy="2133600"/>
          </a:xfrm>
        </p:grpSpPr>
        <p:sp>
          <p:nvSpPr>
            <p:cNvPr id="51" name="Oval 50"/>
            <p:cNvSpPr/>
            <p:nvPr/>
          </p:nvSpPr>
          <p:spPr>
            <a:xfrm>
              <a:off x="5334000" y="13716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5334000" y="16764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334000" y="1981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5334000" y="22860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257800" y="990600"/>
              <a:ext cx="304800" cy="2133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962400" y="381000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st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4419601" y="384916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v2</a:t>
            </a:r>
            <a:endParaRPr lang="en-US" dirty="0"/>
          </a:p>
        </p:txBody>
      </p:sp>
      <p:grpSp>
        <p:nvGrpSpPr>
          <p:cNvPr id="110" name="Group 109"/>
          <p:cNvGrpSpPr/>
          <p:nvPr/>
        </p:nvGrpSpPr>
        <p:grpSpPr>
          <a:xfrm>
            <a:off x="3522520" y="381000"/>
            <a:ext cx="609599" cy="2492993"/>
            <a:chOff x="3522520" y="621268"/>
            <a:chExt cx="609599" cy="2492993"/>
          </a:xfrm>
        </p:grpSpPr>
        <p:grpSp>
          <p:nvGrpSpPr>
            <p:cNvPr id="58" name="Group 57"/>
            <p:cNvGrpSpPr/>
            <p:nvPr/>
          </p:nvGrpSpPr>
          <p:grpSpPr>
            <a:xfrm>
              <a:off x="3657600" y="980661"/>
              <a:ext cx="304800" cy="2133600"/>
              <a:chOff x="5257800" y="990600"/>
              <a:chExt cx="304800" cy="21336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5334000" y="10668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5334000" y="13716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5334000" y="16764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5334000" y="19812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5334000" y="22860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5334000" y="25908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5334000" y="28956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5257800" y="990600"/>
                <a:ext cx="304800" cy="2133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3522520" y="621268"/>
              <a:ext cx="609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v1</a:t>
              </a:r>
              <a:endParaRPr lang="en-US" dirty="0"/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5334000" y="381000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v4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4883728" y="381000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v3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6248400" y="381000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v6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5791200" y="381000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v5</a:t>
            </a:r>
            <a:endParaRPr lang="en-US" dirty="0"/>
          </a:p>
        </p:txBody>
      </p:sp>
      <p:grpSp>
        <p:nvGrpSpPr>
          <p:cNvPr id="91" name="Group 90"/>
          <p:cNvGrpSpPr/>
          <p:nvPr/>
        </p:nvGrpSpPr>
        <p:grpSpPr>
          <a:xfrm>
            <a:off x="1676400" y="381000"/>
            <a:ext cx="609599" cy="2502932"/>
            <a:chOff x="990600" y="621268"/>
            <a:chExt cx="609599" cy="2502932"/>
          </a:xfrm>
        </p:grpSpPr>
        <p:grpSp>
          <p:nvGrpSpPr>
            <p:cNvPr id="81" name="Group 80"/>
            <p:cNvGrpSpPr/>
            <p:nvPr/>
          </p:nvGrpSpPr>
          <p:grpSpPr>
            <a:xfrm>
              <a:off x="1143000" y="990600"/>
              <a:ext cx="304800" cy="2133600"/>
              <a:chOff x="5257800" y="990600"/>
              <a:chExt cx="304800" cy="2133600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5334000" y="16764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5334000" y="19812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5334000" y="22860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5334000" y="25908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5334000" y="28956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5257800" y="990600"/>
                <a:ext cx="304800" cy="2133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990600" y="621268"/>
              <a:ext cx="609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Vr5</a:t>
              </a:r>
              <a:endParaRPr lang="en-US" dirty="0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2590801" y="381000"/>
            <a:ext cx="609599" cy="2502932"/>
            <a:chOff x="990600" y="621268"/>
            <a:chExt cx="609599" cy="2502932"/>
          </a:xfrm>
        </p:grpSpPr>
        <p:grpSp>
          <p:nvGrpSpPr>
            <p:cNvPr id="93" name="Group 92"/>
            <p:cNvGrpSpPr/>
            <p:nvPr/>
          </p:nvGrpSpPr>
          <p:grpSpPr>
            <a:xfrm>
              <a:off x="1143000" y="990600"/>
              <a:ext cx="304800" cy="2133600"/>
              <a:chOff x="5257800" y="990600"/>
              <a:chExt cx="304800" cy="2133600"/>
            </a:xfrm>
          </p:grpSpPr>
          <p:sp>
            <p:nvSpPr>
              <p:cNvPr id="95" name="Oval 94"/>
              <p:cNvSpPr/>
              <p:nvPr/>
            </p:nvSpPr>
            <p:spPr>
              <a:xfrm>
                <a:off x="5334000" y="16764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5334000" y="19812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5334000" y="22860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5334000" y="25908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5334000" y="28956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5257800" y="990600"/>
                <a:ext cx="304800" cy="2133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4" name="TextBox 93"/>
            <p:cNvSpPr txBox="1"/>
            <p:nvPr/>
          </p:nvSpPr>
          <p:spPr>
            <a:xfrm>
              <a:off x="990600" y="621268"/>
              <a:ext cx="609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Vr3</a:t>
              </a:r>
              <a:endParaRPr lang="en-US" dirty="0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3505200" y="3679207"/>
            <a:ext cx="762000" cy="2492993"/>
            <a:chOff x="3522520" y="621268"/>
            <a:chExt cx="762000" cy="2492993"/>
          </a:xfrm>
        </p:grpSpPr>
        <p:grpSp>
          <p:nvGrpSpPr>
            <p:cNvPr id="112" name="Group 111"/>
            <p:cNvGrpSpPr/>
            <p:nvPr/>
          </p:nvGrpSpPr>
          <p:grpSpPr>
            <a:xfrm>
              <a:off x="3657600" y="980661"/>
              <a:ext cx="304800" cy="2133600"/>
              <a:chOff x="5257800" y="990600"/>
              <a:chExt cx="304800" cy="2133600"/>
            </a:xfrm>
          </p:grpSpPr>
          <p:sp>
            <p:nvSpPr>
              <p:cNvPr id="114" name="Oval 113"/>
              <p:cNvSpPr/>
              <p:nvPr/>
            </p:nvSpPr>
            <p:spPr>
              <a:xfrm>
                <a:off x="5334000" y="10668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5334000" y="19812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5334000" y="28956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5257800" y="990600"/>
                <a:ext cx="304800" cy="2133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3" name="TextBox 112"/>
            <p:cNvSpPr txBox="1"/>
            <p:nvPr/>
          </p:nvSpPr>
          <p:spPr>
            <a:xfrm>
              <a:off x="3522520" y="62126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Back2</a:t>
              </a:r>
              <a:endParaRPr lang="en-US" dirty="0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2590801" y="3679207"/>
            <a:ext cx="761999" cy="2492993"/>
            <a:chOff x="3522520" y="621268"/>
            <a:chExt cx="761999" cy="2492993"/>
          </a:xfrm>
        </p:grpSpPr>
        <p:grpSp>
          <p:nvGrpSpPr>
            <p:cNvPr id="123" name="Group 122"/>
            <p:cNvGrpSpPr/>
            <p:nvPr/>
          </p:nvGrpSpPr>
          <p:grpSpPr>
            <a:xfrm>
              <a:off x="3657600" y="980661"/>
              <a:ext cx="304800" cy="2133600"/>
              <a:chOff x="5257800" y="990600"/>
              <a:chExt cx="304800" cy="2133600"/>
            </a:xfrm>
          </p:grpSpPr>
          <p:sp>
            <p:nvSpPr>
              <p:cNvPr id="125" name="Oval 124"/>
              <p:cNvSpPr/>
              <p:nvPr/>
            </p:nvSpPr>
            <p:spPr>
              <a:xfrm>
                <a:off x="5334000" y="10668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5334000" y="19812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5334000" y="28956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5257800" y="990600"/>
                <a:ext cx="304800" cy="2133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4" name="TextBox 123"/>
            <p:cNvSpPr txBox="1"/>
            <p:nvPr/>
          </p:nvSpPr>
          <p:spPr>
            <a:xfrm>
              <a:off x="3522520" y="621268"/>
              <a:ext cx="761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Back1</a:t>
              </a:r>
              <a:endParaRPr lang="en-US" dirty="0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5358246" y="3679207"/>
            <a:ext cx="737754" cy="2492993"/>
            <a:chOff x="3522520" y="621268"/>
            <a:chExt cx="737754" cy="2492993"/>
          </a:xfrm>
        </p:grpSpPr>
        <p:grpSp>
          <p:nvGrpSpPr>
            <p:cNvPr id="130" name="Group 129"/>
            <p:cNvGrpSpPr/>
            <p:nvPr/>
          </p:nvGrpSpPr>
          <p:grpSpPr>
            <a:xfrm>
              <a:off x="3657600" y="980661"/>
              <a:ext cx="304800" cy="2133600"/>
              <a:chOff x="5257800" y="990600"/>
              <a:chExt cx="304800" cy="2133600"/>
            </a:xfrm>
          </p:grpSpPr>
          <p:sp>
            <p:nvSpPr>
              <p:cNvPr id="132" name="Oval 131"/>
              <p:cNvSpPr/>
              <p:nvPr/>
            </p:nvSpPr>
            <p:spPr>
              <a:xfrm>
                <a:off x="5334000" y="10668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5334000" y="19812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5334000" y="2895600"/>
                <a:ext cx="152400" cy="152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/>
              <p:cNvSpPr/>
              <p:nvPr/>
            </p:nvSpPr>
            <p:spPr>
              <a:xfrm>
                <a:off x="5257800" y="990600"/>
                <a:ext cx="304800" cy="2133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1" name="TextBox 130"/>
            <p:cNvSpPr txBox="1"/>
            <p:nvPr/>
          </p:nvSpPr>
          <p:spPr>
            <a:xfrm>
              <a:off x="3522520" y="621268"/>
              <a:ext cx="737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Back3</a:t>
              </a:r>
              <a:endParaRPr lang="en-US" dirty="0"/>
            </a:p>
          </p:txBody>
        </p:sp>
      </p:grpSp>
      <p:cxnSp>
        <p:nvCxnSpPr>
          <p:cNvPr id="137" name="Straight Arrow Connector 136"/>
          <p:cNvCxnSpPr/>
          <p:nvPr/>
        </p:nvCxnSpPr>
        <p:spPr>
          <a:xfrm>
            <a:off x="6858000" y="1502393"/>
            <a:ext cx="0" cy="314739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858001" y="1468582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 cm</a:t>
            </a:r>
            <a:endParaRPr lang="en-US" dirty="0"/>
          </a:p>
        </p:txBody>
      </p:sp>
      <p:cxnSp>
        <p:nvCxnSpPr>
          <p:cNvPr id="139" name="Straight Arrow Connector 138"/>
          <p:cNvCxnSpPr/>
          <p:nvPr/>
        </p:nvCxnSpPr>
        <p:spPr>
          <a:xfrm>
            <a:off x="7772400" y="762000"/>
            <a:ext cx="0" cy="21336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7772402" y="990600"/>
            <a:ext cx="990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28 cm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764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1-5</a:t>
            </a:r>
            <a:endParaRPr lang="en-US" sz="1100" dirty="0"/>
          </a:p>
        </p:txBody>
      </p:sp>
      <p:sp>
        <p:nvSpPr>
          <p:cNvPr id="115" name="TextBox 114"/>
          <p:cNvSpPr txBox="1"/>
          <p:nvPr/>
        </p:nvSpPr>
        <p:spPr>
          <a:xfrm>
            <a:off x="35052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11-17</a:t>
            </a:r>
            <a:endParaRPr lang="en-US" sz="1100" dirty="0"/>
          </a:p>
        </p:txBody>
      </p:sp>
      <p:sp>
        <p:nvSpPr>
          <p:cNvPr id="116" name="TextBox 115"/>
          <p:cNvSpPr txBox="1"/>
          <p:nvPr/>
        </p:nvSpPr>
        <p:spPr>
          <a:xfrm>
            <a:off x="25908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6</a:t>
            </a:r>
            <a:r>
              <a:rPr lang="en-US" sz="1100" dirty="0" smtClean="0"/>
              <a:t>-10</a:t>
            </a:r>
            <a:endParaRPr lang="en-US" sz="1100" dirty="0"/>
          </a:p>
        </p:txBody>
      </p:sp>
      <p:sp>
        <p:nvSpPr>
          <p:cNvPr id="118" name="TextBox 117"/>
          <p:cNvSpPr txBox="1"/>
          <p:nvPr/>
        </p:nvSpPr>
        <p:spPr>
          <a:xfrm>
            <a:off x="44196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23-29</a:t>
            </a:r>
            <a:endParaRPr lang="en-US" sz="1100" dirty="0"/>
          </a:p>
        </p:txBody>
      </p:sp>
      <p:sp>
        <p:nvSpPr>
          <p:cNvPr id="119" name="TextBox 118"/>
          <p:cNvSpPr txBox="1"/>
          <p:nvPr/>
        </p:nvSpPr>
        <p:spPr>
          <a:xfrm>
            <a:off x="40386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18-22</a:t>
            </a:r>
            <a:endParaRPr lang="en-US" sz="1100" dirty="0"/>
          </a:p>
        </p:txBody>
      </p:sp>
      <p:sp>
        <p:nvSpPr>
          <p:cNvPr id="136" name="TextBox 135"/>
          <p:cNvSpPr txBox="1"/>
          <p:nvPr/>
        </p:nvSpPr>
        <p:spPr>
          <a:xfrm>
            <a:off x="2590800" y="624840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62-64</a:t>
            </a:r>
            <a:endParaRPr lang="en-US" sz="11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3340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37-43</a:t>
            </a:r>
            <a:endParaRPr lang="en-US" sz="1100" dirty="0"/>
          </a:p>
        </p:txBody>
      </p:sp>
      <p:sp>
        <p:nvSpPr>
          <p:cNvPr id="142" name="TextBox 141"/>
          <p:cNvSpPr txBox="1"/>
          <p:nvPr/>
        </p:nvSpPr>
        <p:spPr>
          <a:xfrm>
            <a:off x="48768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30-36</a:t>
            </a:r>
            <a:endParaRPr lang="en-US" sz="1100" dirty="0"/>
          </a:p>
        </p:txBody>
      </p:sp>
      <p:sp>
        <p:nvSpPr>
          <p:cNvPr id="143" name="TextBox 142"/>
          <p:cNvSpPr txBox="1"/>
          <p:nvPr/>
        </p:nvSpPr>
        <p:spPr>
          <a:xfrm>
            <a:off x="63246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51-55</a:t>
            </a:r>
            <a:endParaRPr lang="en-US" sz="1100" dirty="0"/>
          </a:p>
        </p:txBody>
      </p:sp>
      <p:sp>
        <p:nvSpPr>
          <p:cNvPr id="144" name="TextBox 143"/>
          <p:cNvSpPr txBox="1"/>
          <p:nvPr/>
        </p:nvSpPr>
        <p:spPr>
          <a:xfrm>
            <a:off x="5791200" y="293879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44-50</a:t>
            </a:r>
            <a:endParaRPr lang="en-US" sz="1100" dirty="0"/>
          </a:p>
        </p:txBody>
      </p:sp>
      <p:sp>
        <p:nvSpPr>
          <p:cNvPr id="145" name="TextBox 144"/>
          <p:cNvSpPr txBox="1"/>
          <p:nvPr/>
        </p:nvSpPr>
        <p:spPr>
          <a:xfrm>
            <a:off x="3505200" y="624840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59-61</a:t>
            </a:r>
            <a:endParaRPr lang="en-US" sz="1100" dirty="0"/>
          </a:p>
        </p:txBody>
      </p:sp>
      <p:sp>
        <p:nvSpPr>
          <p:cNvPr id="146" name="TextBox 145"/>
          <p:cNvSpPr txBox="1"/>
          <p:nvPr/>
        </p:nvSpPr>
        <p:spPr>
          <a:xfrm>
            <a:off x="5334000" y="6248400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56-58</a:t>
            </a:r>
            <a:endParaRPr 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6553200" y="4419600"/>
            <a:ext cx="205740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VL:65(257, EXG1)</a:t>
            </a:r>
          </a:p>
          <a:p>
            <a:r>
              <a:rPr lang="en-US" dirty="0" smtClean="0"/>
              <a:t>VR:66(258, EXG2)</a:t>
            </a:r>
          </a:p>
          <a:p>
            <a:r>
              <a:rPr lang="en-US" dirty="0" smtClean="0"/>
              <a:t>VF:67(259, EXG3)</a:t>
            </a:r>
            <a:endParaRPr lang="en-US" dirty="0"/>
          </a:p>
          <a:p>
            <a:r>
              <a:rPr lang="en-US" dirty="0" smtClean="0"/>
              <a:t>V1:14, V2:26, V3:33-34, V4:41, V5:48, V6:53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167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Meet </a:t>
            </a:r>
            <a:r>
              <a:rPr lang="en-US" dirty="0" err="1" smtClean="0"/>
              <a:t>altijd</a:t>
            </a:r>
            <a:r>
              <a:rPr lang="en-US" dirty="0" smtClean="0"/>
              <a:t> 1-64 en 8 EX electrodes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49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4387</TotalTime>
  <Words>58</Words>
  <Application>Microsoft Macintosh PowerPoint</Application>
  <PresentationFormat>On-screen Show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Thom Ooostendorp</dc:creator>
  <cp:keywords/>
  <dc:description/>
  <cp:lastModifiedBy>Thom Oostendorp</cp:lastModifiedBy>
  <cp:revision>21</cp:revision>
  <cp:lastPrinted>2015-05-19T08:51:40Z</cp:lastPrinted>
  <dcterms:created xsi:type="dcterms:W3CDTF">2015-01-15T10:51:27Z</dcterms:created>
  <dcterms:modified xsi:type="dcterms:W3CDTF">2017-08-31T12:05:02Z</dcterms:modified>
  <cp:category/>
</cp:coreProperties>
</file>